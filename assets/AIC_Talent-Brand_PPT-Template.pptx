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13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x="18288000" cy="10287000"/>
  <p:notesSz cx="6858000" cy="9144000"/>
  <p:embeddedFontLst>
    <p:embeddedFont>
      <p:font typeface="Arimo" charset="1" panose="020B0604020202020204"/>
      <p:regular r:id="rId16"/>
    </p:embeddedFont>
    <p:embeddedFont>
      <p:font typeface="Arimo Bold" charset="1" panose="020B0704020202020204"/>
      <p:regular r:id="rId17"/>
    </p:embeddedFont>
    <p:embeddedFont>
      <p:font typeface="Arimo Bold Italics" charset="1" panose="020B0704020202090204"/>
      <p:regular r:id="rId1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notesMasters/notesMaster1.xml" Type="http://schemas.openxmlformats.org/officeDocument/2006/relationships/notesMaster"/><Relationship Id="rId14" Target="theme/theme2.xml" Type="http://schemas.openxmlformats.org/officeDocument/2006/relationships/theme"/><Relationship Id="rId15" Target="notesSlides/notesSlide1.xml" Type="http://schemas.openxmlformats.org/officeDocument/2006/relationships/notesSlide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Relationship Id="rId3" Target="../media/image1.png" Type="http://schemas.openxmlformats.org/officeDocument/2006/relationships/image"/><Relationship Id="rId4" Target="../media/image2.jpeg" Type="http://schemas.openxmlformats.org/officeDocument/2006/relationships/image"/><Relationship Id="rId5" Target="../media/image3.png" Type="http://schemas.openxmlformats.org/officeDocument/2006/relationships/image"/><Relationship Id="rId6" Target="../media/image4.jpeg" Type="http://schemas.openxmlformats.org/officeDocument/2006/relationships/image"/><Relationship Id="rId7" Target="../media/image5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jpeg" Type="http://schemas.openxmlformats.org/officeDocument/2006/relationships/image"/><Relationship Id="rId3" Target="../media/image2.jpe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Relationship Id="rId3" Target="../media/image2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3547865" y="9644777"/>
            <a:ext cx="3597135" cy="184671"/>
            <a:chOff x="0" y="0"/>
            <a:chExt cx="4796180" cy="246228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796184" cy="246222"/>
            </a:xfrm>
            <a:custGeom>
              <a:avLst/>
              <a:gdLst/>
              <a:ahLst/>
              <a:cxnLst/>
              <a:rect r="r" b="b" t="t" l="l"/>
              <a:pathLst>
                <a:path h="246222" w="4796184">
                  <a:moveTo>
                    <a:pt x="0" y="0"/>
                  </a:moveTo>
                  <a:lnTo>
                    <a:pt x="4796184" y="0"/>
                  </a:lnTo>
                  <a:lnTo>
                    <a:pt x="4796184" y="246222"/>
                  </a:lnTo>
                  <a:lnTo>
                    <a:pt x="0" y="246222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29549" r="0" b="-329551"/>
              </a:stretch>
            </a:blipFill>
          </p:spPr>
        </p:sp>
        <p:sp>
          <p:nvSpPr>
            <p:cNvPr name="TextBox 5" id="5"/>
            <p:cNvSpPr txBox="true"/>
            <p:nvPr/>
          </p:nvSpPr>
          <p:spPr>
            <a:xfrm>
              <a:off x="0" y="-19050"/>
              <a:ext cx="4796180" cy="26527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439"/>
                </a:lnSpc>
              </a:pPr>
              <a:r>
                <a:rPr lang="en-US" sz="1200">
                  <a:solidFill>
                    <a:srgbClr val="808080"/>
                  </a:solidFill>
                  <a:latin typeface="Arimo"/>
                  <a:ea typeface="Arimo"/>
                  <a:cs typeface="Arimo"/>
                  <a:sym typeface="Arimo"/>
                </a:rPr>
                <a:t>Copyright © 2025 Accenture. All rights reserved.</a:t>
              </a: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7528943" y="9644777"/>
            <a:ext cx="187557" cy="184671"/>
            <a:chOff x="0" y="0"/>
            <a:chExt cx="250076" cy="24622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50070" cy="246222"/>
            </a:xfrm>
            <a:custGeom>
              <a:avLst/>
              <a:gdLst/>
              <a:ahLst/>
              <a:cxnLst/>
              <a:rect r="r" b="b" t="t" l="l"/>
              <a:pathLst>
                <a:path h="246222" w="250070">
                  <a:moveTo>
                    <a:pt x="0" y="0"/>
                  </a:moveTo>
                  <a:lnTo>
                    <a:pt x="250070" y="0"/>
                  </a:lnTo>
                  <a:lnTo>
                    <a:pt x="250070" y="246222"/>
                  </a:lnTo>
                  <a:lnTo>
                    <a:pt x="0" y="246222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76331" t="0" r="-76333" b="-2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-19050"/>
              <a:ext cx="250076" cy="26527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439"/>
                </a:lnSpc>
              </a:pPr>
              <a:r>
                <a:rPr lang="en-US" sz="1200">
                  <a:solidFill>
                    <a:srgbClr val="808080"/>
                  </a:solidFill>
                  <a:latin typeface="Arimo"/>
                  <a:ea typeface="Arimo"/>
                  <a:cs typeface="Arimo"/>
                  <a:sym typeface="Arimo"/>
                </a:rPr>
                <a:t>‹#›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829761" y="9586236"/>
            <a:ext cx="274806" cy="301752"/>
            <a:chOff x="0" y="0"/>
            <a:chExt cx="366408" cy="402336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366395" cy="402336"/>
            </a:xfrm>
            <a:custGeom>
              <a:avLst/>
              <a:gdLst/>
              <a:ahLst/>
              <a:cxnLst/>
              <a:rect r="r" b="b" t="t" l="l"/>
              <a:pathLst>
                <a:path h="402336" w="366395">
                  <a:moveTo>
                    <a:pt x="0" y="402336"/>
                  </a:moveTo>
                  <a:lnTo>
                    <a:pt x="366395" y="253619"/>
                  </a:lnTo>
                  <a:lnTo>
                    <a:pt x="366395" y="148717"/>
                  </a:lnTo>
                  <a:lnTo>
                    <a:pt x="0" y="0"/>
                  </a:lnTo>
                  <a:lnTo>
                    <a:pt x="0" y="105029"/>
                  </a:lnTo>
                  <a:lnTo>
                    <a:pt x="236855" y="201168"/>
                  </a:lnTo>
                  <a:lnTo>
                    <a:pt x="0" y="297307"/>
                  </a:lnTo>
                  <a:lnTo>
                    <a:pt x="0" y="402336"/>
                  </a:lnTo>
                  <a:close/>
                </a:path>
              </a:pathLst>
            </a:custGeom>
            <a:solidFill>
              <a:srgbClr val="A100FF"/>
            </a:solid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1757924" y="836381"/>
            <a:ext cx="1865728" cy="492766"/>
            <a:chOff x="0" y="0"/>
            <a:chExt cx="2487638" cy="657022"/>
          </a:xfrm>
        </p:grpSpPr>
        <p:sp>
          <p:nvSpPr>
            <p:cNvPr name="Freeform 12" id="12" descr="accenture logo"/>
            <p:cNvSpPr/>
            <p:nvPr/>
          </p:nvSpPr>
          <p:spPr>
            <a:xfrm flipH="false" flipV="false" rot="0">
              <a:off x="0" y="0"/>
              <a:ext cx="2487676" cy="656971"/>
            </a:xfrm>
            <a:custGeom>
              <a:avLst/>
              <a:gdLst/>
              <a:ahLst/>
              <a:cxnLst/>
              <a:rect r="r" b="b" t="t" l="l"/>
              <a:pathLst>
                <a:path h="656971" w="2487676">
                  <a:moveTo>
                    <a:pt x="0" y="0"/>
                  </a:moveTo>
                  <a:lnTo>
                    <a:pt x="2487676" y="0"/>
                  </a:lnTo>
                  <a:lnTo>
                    <a:pt x="2487676" y="656971"/>
                  </a:lnTo>
                  <a:lnTo>
                    <a:pt x="0" y="65697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-112" r="1" b="-119"/>
              </a:stretch>
            </a:blip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29" y="1924"/>
            <a:ext cx="18287971" cy="10285076"/>
            <a:chOff x="0" y="0"/>
            <a:chExt cx="24383962" cy="13713435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4384000" cy="13713461"/>
            </a:xfrm>
            <a:custGeom>
              <a:avLst/>
              <a:gdLst/>
              <a:ahLst/>
              <a:cxnLst/>
              <a:rect r="r" b="b" t="t" l="l"/>
              <a:pathLst>
                <a:path h="13713461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3461"/>
                  </a:lnTo>
                  <a:lnTo>
                    <a:pt x="0" y="1371346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-210" b="-3129"/>
              </a:stretch>
            </a:blipFill>
          </p:spPr>
        </p:sp>
      </p:grpSp>
      <p:sp>
        <p:nvSpPr>
          <p:cNvPr name="TextBox 15" id="15"/>
          <p:cNvSpPr txBox="true"/>
          <p:nvPr/>
        </p:nvSpPr>
        <p:spPr>
          <a:xfrm rot="0">
            <a:off x="4576429" y="8295751"/>
            <a:ext cx="9135142" cy="6254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80"/>
              </a:lnSpc>
            </a:pPr>
            <a:r>
              <a:rPr lang="en-US" b="true" sz="6000" spc="-225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AI reinvention made real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5788114" y="8985714"/>
            <a:ext cx="6711772" cy="528971"/>
            <a:chOff x="0" y="0"/>
            <a:chExt cx="8949030" cy="705294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8949055" cy="705231"/>
            </a:xfrm>
            <a:custGeom>
              <a:avLst/>
              <a:gdLst/>
              <a:ahLst/>
              <a:cxnLst/>
              <a:rect r="r" b="b" t="t" l="l"/>
              <a:pathLst>
                <a:path h="705231" w="8949055">
                  <a:moveTo>
                    <a:pt x="0" y="0"/>
                  </a:moveTo>
                  <a:lnTo>
                    <a:pt x="8949055" y="0"/>
                  </a:lnTo>
                  <a:lnTo>
                    <a:pt x="8949055" y="705231"/>
                  </a:lnTo>
                  <a:lnTo>
                    <a:pt x="0" y="705231"/>
                  </a:lnTo>
                  <a:close/>
                </a:path>
              </a:pathLst>
            </a:custGeom>
            <a:solidFill>
              <a:srgbClr val="A100FF"/>
            </a:solidFill>
          </p:spPr>
        </p:sp>
      </p:grpSp>
      <p:sp>
        <p:nvSpPr>
          <p:cNvPr name="TextBox 18" id="18"/>
          <p:cNvSpPr txBox="true"/>
          <p:nvPr/>
        </p:nvSpPr>
        <p:spPr>
          <a:xfrm rot="0">
            <a:off x="5879554" y="8985494"/>
            <a:ext cx="6528892" cy="4816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40"/>
              </a:lnSpc>
            </a:pPr>
            <a:r>
              <a:rPr lang="en-US" sz="270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Accenture Innovation Challenge 2026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1015336" y="1000592"/>
            <a:ext cx="1876844" cy="495700"/>
            <a:chOff x="0" y="0"/>
            <a:chExt cx="2502459" cy="660933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2502408" cy="660908"/>
            </a:xfrm>
            <a:custGeom>
              <a:avLst/>
              <a:gdLst/>
              <a:ahLst/>
              <a:cxnLst/>
              <a:rect r="r" b="b" t="t" l="l"/>
              <a:pathLst>
                <a:path h="660908" w="2502408">
                  <a:moveTo>
                    <a:pt x="0" y="0"/>
                  </a:moveTo>
                  <a:lnTo>
                    <a:pt x="2502408" y="0"/>
                  </a:lnTo>
                  <a:lnTo>
                    <a:pt x="2502408" y="660908"/>
                  </a:lnTo>
                  <a:lnTo>
                    <a:pt x="0" y="66090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-2" b="-3"/>
              </a:stretch>
            </a:blipFill>
          </p:spPr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71500" y="9723777"/>
            <a:ext cx="288036" cy="303495"/>
            <a:chOff x="0" y="0"/>
            <a:chExt cx="384048" cy="404660"/>
          </a:xfrm>
        </p:grpSpPr>
        <p:sp>
          <p:nvSpPr>
            <p:cNvPr name="Freeform 3" id="3" descr="A picture containing drawing, clock  Description automatically generated"/>
            <p:cNvSpPr/>
            <p:nvPr/>
          </p:nvSpPr>
          <p:spPr>
            <a:xfrm flipH="false" flipV="false" rot="0">
              <a:off x="0" y="0"/>
              <a:ext cx="384048" cy="404622"/>
            </a:xfrm>
            <a:custGeom>
              <a:avLst/>
              <a:gdLst/>
              <a:ahLst/>
              <a:cxnLst/>
              <a:rect r="r" b="b" t="t" l="l"/>
              <a:pathLst>
                <a:path h="404622" w="384048">
                  <a:moveTo>
                    <a:pt x="0" y="0"/>
                  </a:moveTo>
                  <a:lnTo>
                    <a:pt x="384048" y="0"/>
                  </a:lnTo>
                  <a:lnTo>
                    <a:pt x="384048" y="404622"/>
                  </a:lnTo>
                  <a:lnTo>
                    <a:pt x="0" y="40462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175" t="0" r="-171" b="-9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677799" y="799548"/>
            <a:ext cx="17145000" cy="16928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84"/>
              </a:lnSpc>
            </a:pPr>
            <a:r>
              <a:rPr lang="en-US" sz="5400" b="true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Instructions</a:t>
            </a:r>
          </a:p>
          <a:p>
            <a:pPr algn="l">
              <a:lnSpc>
                <a:spcPts val="3456"/>
              </a:lnSpc>
            </a:pPr>
            <a:r>
              <a:rPr lang="en-US" b="true" sz="3600" i="true">
                <a:solidFill>
                  <a:srgbClr val="A100FF"/>
                </a:solidFill>
                <a:latin typeface="Arimo Bold Italics"/>
                <a:ea typeface="Arimo Bold Italics"/>
                <a:cs typeface="Arimo Bold Italics"/>
                <a:sym typeface="Arimo Bold Italics"/>
              </a:rPr>
              <a:t>Reference slide– Remove before submission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556422" y="2412816"/>
            <a:ext cx="16069485" cy="876205"/>
            <a:chOff x="0" y="0"/>
            <a:chExt cx="21425980" cy="1168273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426043" cy="1168273"/>
            </a:xfrm>
            <a:custGeom>
              <a:avLst/>
              <a:gdLst/>
              <a:ahLst/>
              <a:cxnLst/>
              <a:rect r="r" b="b" t="t" l="l"/>
              <a:pathLst>
                <a:path h="1168273" w="21426043">
                  <a:moveTo>
                    <a:pt x="0" y="70866"/>
                  </a:moveTo>
                  <a:cubicBezTo>
                    <a:pt x="0" y="31750"/>
                    <a:pt x="31750" y="0"/>
                    <a:pt x="70866" y="0"/>
                  </a:cubicBezTo>
                  <a:lnTo>
                    <a:pt x="21355177" y="0"/>
                  </a:lnTo>
                  <a:cubicBezTo>
                    <a:pt x="21394293" y="0"/>
                    <a:pt x="21426043" y="31750"/>
                    <a:pt x="21426043" y="70866"/>
                  </a:cubicBezTo>
                  <a:lnTo>
                    <a:pt x="21426043" y="1097407"/>
                  </a:lnTo>
                  <a:cubicBezTo>
                    <a:pt x="21426043" y="1136523"/>
                    <a:pt x="21394293" y="1168273"/>
                    <a:pt x="21355177" y="1168273"/>
                  </a:cubicBezTo>
                  <a:lnTo>
                    <a:pt x="70866" y="1168273"/>
                  </a:lnTo>
                  <a:cubicBezTo>
                    <a:pt x="31750" y="1168273"/>
                    <a:pt x="0" y="1136523"/>
                    <a:pt x="0" y="1097407"/>
                  </a:cubicBezTo>
                  <a:close/>
                </a:path>
              </a:pathLst>
            </a:custGeom>
            <a:solidFill>
              <a:srgbClr val="F2F2F2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9525"/>
              <a:ext cx="21425980" cy="117779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 marL="434340" indent="-217170" lvl="1">
                <a:lnSpc>
                  <a:spcPts val="2879"/>
                </a:lnSpc>
                <a:buAutoNum type="arabicPeriod" startAt="1"/>
              </a:pPr>
              <a:r>
                <a:rPr lang="en-US" sz="2400">
                  <a:solidFill>
                    <a:srgbClr val="000000"/>
                  </a:solidFill>
                  <a:latin typeface="Arimo"/>
                  <a:ea typeface="Arimo"/>
                  <a:cs typeface="Arimo"/>
                  <a:sym typeface="Arimo"/>
                </a:rPr>
                <a:t>Use the given template for your idea submission.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556422" y="3494856"/>
            <a:ext cx="16069485" cy="950976"/>
            <a:chOff x="0" y="0"/>
            <a:chExt cx="21425980" cy="126796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1425917" cy="1267968"/>
            </a:xfrm>
            <a:custGeom>
              <a:avLst/>
              <a:gdLst/>
              <a:ahLst/>
              <a:cxnLst/>
              <a:rect r="r" b="b" t="t" l="l"/>
              <a:pathLst>
                <a:path h="1267968" w="21425917">
                  <a:moveTo>
                    <a:pt x="0" y="76835"/>
                  </a:moveTo>
                  <a:cubicBezTo>
                    <a:pt x="0" y="34417"/>
                    <a:pt x="34417" y="0"/>
                    <a:pt x="76835" y="0"/>
                  </a:cubicBezTo>
                  <a:lnTo>
                    <a:pt x="21349081" y="0"/>
                  </a:lnTo>
                  <a:cubicBezTo>
                    <a:pt x="21391499" y="0"/>
                    <a:pt x="21425917" y="34417"/>
                    <a:pt x="21425917" y="76835"/>
                  </a:cubicBezTo>
                  <a:lnTo>
                    <a:pt x="21425917" y="1191133"/>
                  </a:lnTo>
                  <a:cubicBezTo>
                    <a:pt x="21425917" y="1233551"/>
                    <a:pt x="21391499" y="1267968"/>
                    <a:pt x="21349081" y="1267968"/>
                  </a:cubicBezTo>
                  <a:lnTo>
                    <a:pt x="76835" y="1267968"/>
                  </a:lnTo>
                  <a:cubicBezTo>
                    <a:pt x="34417" y="1267968"/>
                    <a:pt x="0" y="1233551"/>
                    <a:pt x="0" y="1191133"/>
                  </a:cubicBezTo>
                  <a:close/>
                </a:path>
              </a:pathLst>
            </a:custGeom>
            <a:solidFill>
              <a:srgbClr val="F2F2F2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9525"/>
              <a:ext cx="21425980" cy="127749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 marL="434340" indent="-217170" lvl="1">
                <a:lnSpc>
                  <a:spcPts val="2879"/>
                </a:lnSpc>
                <a:buAutoNum type="arabicPeriod" startAt="1"/>
              </a:pPr>
              <a:r>
                <a:rPr lang="en-US" sz="2400">
                  <a:solidFill>
                    <a:srgbClr val="000000"/>
                  </a:solidFill>
                  <a:latin typeface="Arimo"/>
                  <a:ea typeface="Arimo"/>
                  <a:cs typeface="Arimo"/>
                  <a:sym typeface="Arimo"/>
                </a:rPr>
                <a:t>Follow file naming format: Team name_Idea Name.pptx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556431" y="4646066"/>
            <a:ext cx="16069475" cy="876205"/>
            <a:chOff x="0" y="0"/>
            <a:chExt cx="21425967" cy="1168273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1426043" cy="1168273"/>
            </a:xfrm>
            <a:custGeom>
              <a:avLst/>
              <a:gdLst/>
              <a:ahLst/>
              <a:cxnLst/>
              <a:rect r="r" b="b" t="t" l="l"/>
              <a:pathLst>
                <a:path h="1168273" w="21426043">
                  <a:moveTo>
                    <a:pt x="0" y="70866"/>
                  </a:moveTo>
                  <a:cubicBezTo>
                    <a:pt x="0" y="31750"/>
                    <a:pt x="31750" y="0"/>
                    <a:pt x="70866" y="0"/>
                  </a:cubicBezTo>
                  <a:lnTo>
                    <a:pt x="21355177" y="0"/>
                  </a:lnTo>
                  <a:cubicBezTo>
                    <a:pt x="21394293" y="0"/>
                    <a:pt x="21426043" y="31750"/>
                    <a:pt x="21426043" y="70866"/>
                  </a:cubicBezTo>
                  <a:lnTo>
                    <a:pt x="21426043" y="1097407"/>
                  </a:lnTo>
                  <a:cubicBezTo>
                    <a:pt x="21426043" y="1136523"/>
                    <a:pt x="21394293" y="1168273"/>
                    <a:pt x="21355177" y="1168273"/>
                  </a:cubicBezTo>
                  <a:lnTo>
                    <a:pt x="70866" y="1168273"/>
                  </a:lnTo>
                  <a:cubicBezTo>
                    <a:pt x="31750" y="1168273"/>
                    <a:pt x="0" y="1136523"/>
                    <a:pt x="0" y="1097407"/>
                  </a:cubicBezTo>
                  <a:close/>
                </a:path>
              </a:pathLst>
            </a:custGeom>
            <a:solidFill>
              <a:srgbClr val="F2F2F2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9525"/>
              <a:ext cx="21425967" cy="117779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 marL="434340" indent="-217170" lvl="1">
                <a:lnSpc>
                  <a:spcPts val="2879"/>
                </a:lnSpc>
                <a:buAutoNum type="arabicPeriod" startAt="1"/>
              </a:pPr>
              <a:r>
                <a:rPr lang="en-US" sz="2400">
                  <a:solidFill>
                    <a:srgbClr val="000000"/>
                  </a:solidFill>
                  <a:latin typeface="Arimo"/>
                  <a:ea typeface="Arimo"/>
                  <a:cs typeface="Arimo"/>
                  <a:sym typeface="Arimo"/>
                </a:rPr>
                <a:t>Ensure the spell check is done before submitting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556422" y="5762692"/>
            <a:ext cx="16069475" cy="876205"/>
            <a:chOff x="0" y="0"/>
            <a:chExt cx="21425967" cy="1168273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1426043" cy="1168273"/>
            </a:xfrm>
            <a:custGeom>
              <a:avLst/>
              <a:gdLst/>
              <a:ahLst/>
              <a:cxnLst/>
              <a:rect r="r" b="b" t="t" l="l"/>
              <a:pathLst>
                <a:path h="1168273" w="21426043">
                  <a:moveTo>
                    <a:pt x="0" y="70866"/>
                  </a:moveTo>
                  <a:cubicBezTo>
                    <a:pt x="0" y="31750"/>
                    <a:pt x="31750" y="0"/>
                    <a:pt x="70866" y="0"/>
                  </a:cubicBezTo>
                  <a:lnTo>
                    <a:pt x="21355177" y="0"/>
                  </a:lnTo>
                  <a:cubicBezTo>
                    <a:pt x="21394293" y="0"/>
                    <a:pt x="21426043" y="31750"/>
                    <a:pt x="21426043" y="70866"/>
                  </a:cubicBezTo>
                  <a:lnTo>
                    <a:pt x="21426043" y="1097407"/>
                  </a:lnTo>
                  <a:cubicBezTo>
                    <a:pt x="21426043" y="1136523"/>
                    <a:pt x="21394293" y="1168273"/>
                    <a:pt x="21355177" y="1168273"/>
                  </a:cubicBezTo>
                  <a:lnTo>
                    <a:pt x="70866" y="1168273"/>
                  </a:lnTo>
                  <a:cubicBezTo>
                    <a:pt x="31750" y="1168273"/>
                    <a:pt x="0" y="1136523"/>
                    <a:pt x="0" y="1097407"/>
                  </a:cubicBezTo>
                  <a:close/>
                </a:path>
              </a:pathLst>
            </a:custGeom>
            <a:solidFill>
              <a:srgbClr val="F2F2F2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9525"/>
              <a:ext cx="21425967" cy="117779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 marL="434340" indent="-217170" lvl="1">
                <a:lnSpc>
                  <a:spcPts val="2879"/>
                </a:lnSpc>
                <a:buAutoNum type="arabicPeriod" startAt="1"/>
              </a:pPr>
              <a:r>
                <a:rPr lang="en-US" sz="2400">
                  <a:solidFill>
                    <a:srgbClr val="000000"/>
                  </a:solidFill>
                  <a:latin typeface="Arimo"/>
                  <a:ea typeface="Arimo"/>
                  <a:cs typeface="Arimo"/>
                  <a:sym typeface="Arimo"/>
                </a:rPr>
                <a:t>Use standard Arial font, alignment and relevant images (as required)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1078023" y="3757746"/>
            <a:ext cx="2165490" cy="2206981"/>
            <a:chOff x="0" y="0"/>
            <a:chExt cx="2887320" cy="294264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887345" cy="2942590"/>
            </a:xfrm>
            <a:custGeom>
              <a:avLst/>
              <a:gdLst/>
              <a:ahLst/>
              <a:cxnLst/>
              <a:rect r="r" b="b" t="t" l="l"/>
              <a:pathLst>
                <a:path h="2942590" w="2887345">
                  <a:moveTo>
                    <a:pt x="0" y="0"/>
                  </a:moveTo>
                  <a:lnTo>
                    <a:pt x="2887345" y="0"/>
                  </a:lnTo>
                  <a:lnTo>
                    <a:pt x="2887345" y="2942590"/>
                  </a:lnTo>
                  <a:lnTo>
                    <a:pt x="0" y="2942590"/>
                  </a:lnTo>
                  <a:close/>
                </a:path>
              </a:pathLst>
            </a:custGeom>
            <a:solidFill>
              <a:srgbClr val="A100FF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279074" y="3759870"/>
            <a:ext cx="2165490" cy="2206981"/>
            <a:chOff x="0" y="0"/>
            <a:chExt cx="2887320" cy="2942641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887345" cy="2942590"/>
            </a:xfrm>
            <a:custGeom>
              <a:avLst/>
              <a:gdLst/>
              <a:ahLst/>
              <a:cxnLst/>
              <a:rect r="r" b="b" t="t" l="l"/>
              <a:pathLst>
                <a:path h="2942590" w="2887345">
                  <a:moveTo>
                    <a:pt x="0" y="0"/>
                  </a:moveTo>
                  <a:lnTo>
                    <a:pt x="2887345" y="0"/>
                  </a:lnTo>
                  <a:lnTo>
                    <a:pt x="2887345" y="2942590"/>
                  </a:lnTo>
                  <a:lnTo>
                    <a:pt x="0" y="2942590"/>
                  </a:lnTo>
                  <a:close/>
                </a:path>
              </a:pathLst>
            </a:custGeom>
            <a:solidFill>
              <a:srgbClr val="A100FF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692868" y="928554"/>
            <a:ext cx="17145000" cy="9486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84"/>
              </a:lnSpc>
            </a:pPr>
            <a:r>
              <a:rPr lang="en-US" sz="5400" b="true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Team details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7350740" y="9805187"/>
            <a:ext cx="395688" cy="2371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39"/>
              </a:lnSpc>
            </a:pPr>
            <a:r>
              <a:rPr lang="en-US" sz="1200">
                <a:solidFill>
                  <a:srgbClr val="000000">
                    <a:alpha val="40000"/>
                  </a:srgbClr>
                </a:solidFill>
                <a:latin typeface="Arimo"/>
                <a:ea typeface="Arimo"/>
                <a:cs typeface="Arimo"/>
                <a:sym typeface="Arimo"/>
              </a:rPr>
              <a:t>3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1133989" y="3608661"/>
            <a:ext cx="2151326" cy="2206981"/>
            <a:chOff x="0" y="0"/>
            <a:chExt cx="2868435" cy="2942641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868422" cy="2942590"/>
            </a:xfrm>
            <a:custGeom>
              <a:avLst/>
              <a:gdLst/>
              <a:ahLst/>
              <a:cxnLst/>
              <a:rect r="r" b="b" t="t" l="l"/>
              <a:pathLst>
                <a:path h="2942590" w="2868422">
                  <a:moveTo>
                    <a:pt x="0" y="0"/>
                  </a:moveTo>
                  <a:lnTo>
                    <a:pt x="2868422" y="0"/>
                  </a:lnTo>
                  <a:lnTo>
                    <a:pt x="2868422" y="2942590"/>
                  </a:lnTo>
                  <a:lnTo>
                    <a:pt x="0" y="294259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-79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3956428" y="3148374"/>
            <a:ext cx="4765510" cy="1216743"/>
            <a:chOff x="0" y="0"/>
            <a:chExt cx="6354013" cy="1622323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6354014" cy="1622322"/>
            </a:xfrm>
            <a:custGeom>
              <a:avLst/>
              <a:gdLst/>
              <a:ahLst/>
              <a:cxnLst/>
              <a:rect r="r" b="b" t="t" l="l"/>
              <a:pathLst>
                <a:path h="1622322" w="6354014">
                  <a:moveTo>
                    <a:pt x="0" y="0"/>
                  </a:moveTo>
                  <a:lnTo>
                    <a:pt x="6354014" y="0"/>
                  </a:lnTo>
                  <a:lnTo>
                    <a:pt x="6354014" y="1622322"/>
                  </a:lnTo>
                  <a:lnTo>
                    <a:pt x="0" y="162232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6315" r="0" b="-26315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85725"/>
              <a:ext cx="6354013" cy="1536598"/>
            </a:xfrm>
            <a:prstGeom prst="rect">
              <a:avLst/>
            </a:prstGeom>
          </p:spPr>
          <p:txBody>
            <a:bodyPr anchor="b" rtlCol="false" tIns="0" lIns="0" bIns="0" rIns="0"/>
            <a:lstStyle/>
            <a:p>
              <a:pPr algn="l">
                <a:lnSpc>
                  <a:spcPts val="4855"/>
                </a:lnSpc>
              </a:pPr>
              <a:r>
                <a:rPr lang="en-US" b="true" sz="4995">
                  <a:solidFill>
                    <a:srgbClr val="A100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Name (Team Leader)</a:t>
              </a: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474888" y="9588617"/>
            <a:ext cx="9881464" cy="2989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b="true" sz="1575" i="true">
                <a:solidFill>
                  <a:srgbClr val="000000"/>
                </a:solidFill>
                <a:latin typeface="Arimo Bold Italics"/>
                <a:ea typeface="Arimo Bold Italics"/>
                <a:cs typeface="Arimo Bold Italics"/>
                <a:sym typeface="Arimo Bold Italics"/>
              </a:rPr>
              <a:t>All fields are mandatory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1279074" y="6695713"/>
            <a:ext cx="2221859" cy="2206981"/>
            <a:chOff x="0" y="0"/>
            <a:chExt cx="2962478" cy="2942641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962529" cy="2942590"/>
            </a:xfrm>
            <a:custGeom>
              <a:avLst/>
              <a:gdLst/>
              <a:ahLst/>
              <a:cxnLst/>
              <a:rect r="r" b="b" t="t" l="l"/>
              <a:pathLst>
                <a:path h="2942590" w="2962529">
                  <a:moveTo>
                    <a:pt x="0" y="0"/>
                  </a:moveTo>
                  <a:lnTo>
                    <a:pt x="2962529" y="0"/>
                  </a:lnTo>
                  <a:lnTo>
                    <a:pt x="2962529" y="2942590"/>
                  </a:lnTo>
                  <a:lnTo>
                    <a:pt x="0" y="2942590"/>
                  </a:lnTo>
                  <a:close/>
                </a:path>
              </a:pathLst>
            </a:custGeom>
            <a:solidFill>
              <a:srgbClr val="A100FF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19050"/>
              <a:ext cx="2962478" cy="296169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40"/>
                </a:lnSpc>
              </a:pPr>
              <a:r>
                <a:rPr lang="en-US" sz="2700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Photo</a:t>
              </a:r>
            </a:p>
          </p:txBody>
        </p:sp>
      </p:grpSp>
      <p:sp>
        <p:nvSpPr>
          <p:cNvPr name="AutoShape 17" id="17"/>
          <p:cNvSpPr/>
          <p:nvPr/>
        </p:nvSpPr>
        <p:spPr>
          <a:xfrm rot="5395200">
            <a:off x="5746442" y="5669880"/>
            <a:ext cx="6795116" cy="0"/>
          </a:xfrm>
          <a:prstGeom prst="line">
            <a:avLst/>
          </a:prstGeom>
          <a:ln cap="rnd" w="9525">
            <a:solidFill>
              <a:srgbClr val="460073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8" id="18"/>
          <p:cNvSpPr/>
          <p:nvPr/>
        </p:nvSpPr>
        <p:spPr>
          <a:xfrm rot="12660">
            <a:off x="3930072" y="4510688"/>
            <a:ext cx="2586552" cy="0"/>
          </a:xfrm>
          <a:prstGeom prst="line">
            <a:avLst/>
          </a:prstGeom>
          <a:ln cap="rnd" w="9525">
            <a:solidFill>
              <a:srgbClr val="460073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9" id="19"/>
          <p:cNvGrpSpPr/>
          <p:nvPr/>
        </p:nvGrpSpPr>
        <p:grpSpPr>
          <a:xfrm rot="0">
            <a:off x="4127116" y="6305026"/>
            <a:ext cx="2212057" cy="1216743"/>
            <a:chOff x="0" y="0"/>
            <a:chExt cx="2949410" cy="1622323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2949414" cy="1622322"/>
            </a:xfrm>
            <a:custGeom>
              <a:avLst/>
              <a:gdLst/>
              <a:ahLst/>
              <a:cxnLst/>
              <a:rect r="r" b="b" t="t" l="l"/>
              <a:pathLst>
                <a:path h="1622322" w="2949414">
                  <a:moveTo>
                    <a:pt x="0" y="0"/>
                  </a:moveTo>
                  <a:lnTo>
                    <a:pt x="2949414" y="0"/>
                  </a:lnTo>
                  <a:lnTo>
                    <a:pt x="2949414" y="1622322"/>
                  </a:lnTo>
                  <a:lnTo>
                    <a:pt x="0" y="162232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0573" t="0" r="-20573" b="0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28575"/>
              <a:ext cx="2949410" cy="1593748"/>
            </a:xfrm>
            <a:prstGeom prst="rect">
              <a:avLst/>
            </a:prstGeom>
          </p:spPr>
          <p:txBody>
            <a:bodyPr anchor="b" rtlCol="false" tIns="0" lIns="0" bIns="0" rIns="0"/>
            <a:lstStyle/>
            <a:p>
              <a:pPr algn="l">
                <a:lnSpc>
                  <a:spcPts val="5832"/>
                </a:lnSpc>
              </a:pPr>
              <a:r>
                <a:rPr lang="en-US" b="true" sz="5400">
                  <a:solidFill>
                    <a:srgbClr val="A100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Name</a:t>
              </a:r>
            </a:p>
          </p:txBody>
        </p:sp>
      </p:grpSp>
      <p:sp>
        <p:nvSpPr>
          <p:cNvPr name="AutoShape 22" id="22"/>
          <p:cNvSpPr/>
          <p:nvPr/>
        </p:nvSpPr>
        <p:spPr>
          <a:xfrm rot="12660">
            <a:off x="4122344" y="7647975"/>
            <a:ext cx="2586552" cy="0"/>
          </a:xfrm>
          <a:prstGeom prst="line">
            <a:avLst/>
          </a:prstGeom>
          <a:ln cap="rnd" w="9525">
            <a:solidFill>
              <a:srgbClr val="460073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23" id="23"/>
          <p:cNvGrpSpPr/>
          <p:nvPr/>
        </p:nvGrpSpPr>
        <p:grpSpPr>
          <a:xfrm rot="0">
            <a:off x="10926023" y="3608661"/>
            <a:ext cx="2151326" cy="2206981"/>
            <a:chOff x="0" y="0"/>
            <a:chExt cx="2868435" cy="2942641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2868422" cy="2942590"/>
            </a:xfrm>
            <a:custGeom>
              <a:avLst/>
              <a:gdLst/>
              <a:ahLst/>
              <a:cxnLst/>
              <a:rect r="r" b="b" t="t" l="l"/>
              <a:pathLst>
                <a:path h="2942590" w="2868422">
                  <a:moveTo>
                    <a:pt x="0" y="0"/>
                  </a:moveTo>
                  <a:lnTo>
                    <a:pt x="2868422" y="0"/>
                  </a:lnTo>
                  <a:lnTo>
                    <a:pt x="2868422" y="2942590"/>
                  </a:lnTo>
                  <a:lnTo>
                    <a:pt x="0" y="294259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-79"/>
              </a:stretch>
            </a:blipFill>
          </p:spPr>
        </p:sp>
      </p:grpSp>
      <p:grpSp>
        <p:nvGrpSpPr>
          <p:cNvPr name="Group 25" id="25"/>
          <p:cNvGrpSpPr/>
          <p:nvPr/>
        </p:nvGrpSpPr>
        <p:grpSpPr>
          <a:xfrm rot="0">
            <a:off x="13748461" y="3148374"/>
            <a:ext cx="2155946" cy="1216743"/>
            <a:chOff x="0" y="0"/>
            <a:chExt cx="2874594" cy="1622323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2874594" cy="1622322"/>
            </a:xfrm>
            <a:custGeom>
              <a:avLst/>
              <a:gdLst/>
              <a:ahLst/>
              <a:cxnLst/>
              <a:rect r="r" b="b" t="t" l="l"/>
              <a:pathLst>
                <a:path h="1622322" w="2874594">
                  <a:moveTo>
                    <a:pt x="0" y="0"/>
                  </a:moveTo>
                  <a:lnTo>
                    <a:pt x="2874594" y="0"/>
                  </a:lnTo>
                  <a:lnTo>
                    <a:pt x="2874594" y="1622322"/>
                  </a:lnTo>
                  <a:lnTo>
                    <a:pt x="0" y="162232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2410" t="0" r="-22410" b="0"/>
              </a:stretch>
            </a:blipFill>
          </p:spPr>
        </p:sp>
        <p:sp>
          <p:nvSpPr>
            <p:cNvPr name="TextBox 27" id="27"/>
            <p:cNvSpPr txBox="true"/>
            <p:nvPr/>
          </p:nvSpPr>
          <p:spPr>
            <a:xfrm>
              <a:off x="0" y="28575"/>
              <a:ext cx="2874594" cy="1593748"/>
            </a:xfrm>
            <a:prstGeom prst="rect">
              <a:avLst/>
            </a:prstGeom>
          </p:spPr>
          <p:txBody>
            <a:bodyPr anchor="b" rtlCol="false" tIns="0" lIns="0" bIns="0" rIns="0"/>
            <a:lstStyle/>
            <a:p>
              <a:pPr algn="l">
                <a:lnSpc>
                  <a:spcPts val="5832"/>
                </a:lnSpc>
              </a:pPr>
              <a:r>
                <a:rPr lang="en-US" b="true" sz="5400">
                  <a:solidFill>
                    <a:srgbClr val="A100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Name</a:t>
              </a:r>
            </a:p>
          </p:txBody>
        </p:sp>
      </p:grpSp>
      <p:sp>
        <p:nvSpPr>
          <p:cNvPr name="AutoShape 28" id="28"/>
          <p:cNvSpPr/>
          <p:nvPr/>
        </p:nvSpPr>
        <p:spPr>
          <a:xfrm rot="12660">
            <a:off x="13722115" y="4510688"/>
            <a:ext cx="2586552" cy="0"/>
          </a:xfrm>
          <a:prstGeom prst="line">
            <a:avLst/>
          </a:prstGeom>
          <a:ln cap="rnd" w="9525">
            <a:solidFill>
              <a:srgbClr val="460073"/>
            </a:solidFill>
            <a:prstDash val="solid"/>
            <a:headEnd type="none" len="sm" w="sm"/>
            <a:tailEnd type="none" len="sm" w="sm"/>
          </a:ln>
        </p:spPr>
      </p:sp>
      <p:graphicFrame>
        <p:nvGraphicFramePr>
          <p:cNvPr name="Table 29" id="29"/>
          <p:cNvGraphicFramePr>
            <a:graphicFrameLocks noGrp="true"/>
          </p:cNvGraphicFramePr>
          <p:nvPr/>
        </p:nvGraphicFramePr>
        <p:xfrm>
          <a:off x="692870" y="1759536"/>
          <a:ext cx="17411700" cy="552450"/>
        </p:xfrm>
        <a:graphic>
          <a:graphicData uri="http://schemas.openxmlformats.org/drawingml/2006/table">
            <a:tbl>
              <a:tblPr/>
              <a:tblGrid>
                <a:gridCol w="6572574"/>
                <a:gridCol w="10839126"/>
              </a:tblGrid>
              <a:tr h="55245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2100">
                          <a:solidFill>
                            <a:srgbClr val="A100FF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TEAM NAME: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E6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ECC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E6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CC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AE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ECC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E6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E6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AEA"/>
                    </a:solidFill>
                  </a:tcPr>
                </a:tc>
              </a:tr>
            </a:tbl>
          </a:graphicData>
        </a:graphic>
      </p:graphicFrame>
      <p:sp>
        <p:nvSpPr>
          <p:cNvPr name="TextBox 30" id="30"/>
          <p:cNvSpPr txBox="true"/>
          <p:nvPr/>
        </p:nvSpPr>
        <p:spPr>
          <a:xfrm rot="0">
            <a:off x="4026284" y="4738821"/>
            <a:ext cx="3961143" cy="8971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College:</a:t>
            </a:r>
          </a:p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Stream:</a:t>
            </a:r>
          </a:p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Year of graduation: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4047868" y="7880737"/>
            <a:ext cx="3961143" cy="8971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College:</a:t>
            </a:r>
          </a:p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Stream:</a:t>
            </a:r>
          </a:p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Year of graduation: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3775522" y="4738821"/>
            <a:ext cx="3961143" cy="8971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College:</a:t>
            </a:r>
          </a:p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Stream:</a:t>
            </a:r>
          </a:p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Year of graduation:</a:t>
            </a:r>
          </a:p>
        </p:txBody>
      </p:sp>
      <p:grpSp>
        <p:nvGrpSpPr>
          <p:cNvPr name="Group 33" id="33"/>
          <p:cNvGrpSpPr/>
          <p:nvPr/>
        </p:nvGrpSpPr>
        <p:grpSpPr>
          <a:xfrm rot="0">
            <a:off x="1164955" y="6542303"/>
            <a:ext cx="2151326" cy="2206981"/>
            <a:chOff x="0" y="0"/>
            <a:chExt cx="2868435" cy="2942641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2868422" cy="2942590"/>
            </a:xfrm>
            <a:custGeom>
              <a:avLst/>
              <a:gdLst/>
              <a:ahLst/>
              <a:cxnLst/>
              <a:rect r="r" b="b" t="t" l="l"/>
              <a:pathLst>
                <a:path h="2942590" w="2868422">
                  <a:moveTo>
                    <a:pt x="0" y="0"/>
                  </a:moveTo>
                  <a:lnTo>
                    <a:pt x="2868422" y="0"/>
                  </a:lnTo>
                  <a:lnTo>
                    <a:pt x="2868422" y="2942590"/>
                  </a:lnTo>
                  <a:lnTo>
                    <a:pt x="0" y="294259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-79"/>
              </a:stretch>
            </a:blipFill>
          </p:spPr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42192" y="579501"/>
            <a:ext cx="16924191" cy="706374"/>
            <a:chOff x="0" y="0"/>
            <a:chExt cx="22565589" cy="94183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2565592" cy="941838"/>
            </a:xfrm>
            <a:custGeom>
              <a:avLst/>
              <a:gdLst/>
              <a:ahLst/>
              <a:cxnLst/>
              <a:rect r="r" b="b" t="t" l="l"/>
              <a:pathLst>
                <a:path h="941838" w="22565592">
                  <a:moveTo>
                    <a:pt x="0" y="0"/>
                  </a:moveTo>
                  <a:lnTo>
                    <a:pt x="22565592" y="0"/>
                  </a:lnTo>
                  <a:lnTo>
                    <a:pt x="22565592" y="941838"/>
                  </a:lnTo>
                  <a:lnTo>
                    <a:pt x="0" y="94183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16844" r="0" b="-416843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19050"/>
              <a:ext cx="22565589" cy="92278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40"/>
                </a:lnSpc>
              </a:pPr>
              <a:r>
                <a:rPr lang="en-US" sz="3000" b="true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Describe the problem statement (200 words)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11445" y="514026"/>
            <a:ext cx="16924191" cy="634689"/>
            <a:chOff x="0" y="0"/>
            <a:chExt cx="22565589" cy="84625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2565592" cy="846250"/>
            </a:xfrm>
            <a:custGeom>
              <a:avLst/>
              <a:gdLst/>
              <a:ahLst/>
              <a:cxnLst/>
              <a:rect r="r" b="b" t="t" l="l"/>
              <a:pathLst>
                <a:path h="846250" w="22565592">
                  <a:moveTo>
                    <a:pt x="0" y="0"/>
                  </a:moveTo>
                  <a:lnTo>
                    <a:pt x="22565592" y="0"/>
                  </a:lnTo>
                  <a:lnTo>
                    <a:pt x="22565592" y="846250"/>
                  </a:lnTo>
                  <a:lnTo>
                    <a:pt x="0" y="84625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69576" r="0" b="-469576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19050"/>
              <a:ext cx="22565589" cy="82720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40"/>
                </a:lnSpc>
              </a:pPr>
              <a:r>
                <a:rPr lang="en-US" sz="3000" b="true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Proposed solution (200 words)</a:t>
              </a:r>
            </a:p>
          </p:txBody>
        </p:sp>
      </p:grp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50028" y="445446"/>
            <a:ext cx="17387935" cy="720414"/>
            <a:chOff x="0" y="0"/>
            <a:chExt cx="23183914" cy="96055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3183918" cy="960552"/>
            </a:xfrm>
            <a:custGeom>
              <a:avLst/>
              <a:gdLst/>
              <a:ahLst/>
              <a:cxnLst/>
              <a:rect r="r" b="b" t="t" l="l"/>
              <a:pathLst>
                <a:path h="960552" w="23183918">
                  <a:moveTo>
                    <a:pt x="0" y="0"/>
                  </a:moveTo>
                  <a:lnTo>
                    <a:pt x="23183918" y="0"/>
                  </a:lnTo>
                  <a:lnTo>
                    <a:pt x="23183918" y="960552"/>
                  </a:lnTo>
                  <a:lnTo>
                    <a:pt x="0" y="96055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20291" r="0" b="-420291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19050"/>
              <a:ext cx="23183914" cy="94150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40"/>
                </a:lnSpc>
              </a:pPr>
              <a:r>
                <a:rPr lang="en-US" sz="3000" b="true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Video</a:t>
              </a:r>
            </a:p>
          </p:txBody>
        </p:sp>
      </p:grp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C1A3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5400000">
            <a:off x="4000500" y="-4000500"/>
            <a:ext cx="10287000" cy="18288000"/>
            <a:chOff x="0" y="0"/>
            <a:chExt cx="13716000" cy="24384000"/>
          </a:xfrm>
        </p:grpSpPr>
        <p:sp>
          <p:nvSpPr>
            <p:cNvPr name="Freeform 3" id="3" descr="A purple and black background  AI-generated content may be incorrect."/>
            <p:cNvSpPr/>
            <p:nvPr/>
          </p:nvSpPr>
          <p:spPr>
            <a:xfrm flipH="false" flipV="false" rot="0">
              <a:off x="0" y="0"/>
              <a:ext cx="13716000" cy="24384000"/>
            </a:xfrm>
            <a:custGeom>
              <a:avLst/>
              <a:gdLst/>
              <a:ahLst/>
              <a:cxnLst/>
              <a:rect r="r" b="b" t="t" l="l"/>
              <a:pathLst>
                <a:path h="24384000" w="13716000">
                  <a:moveTo>
                    <a:pt x="0" y="0"/>
                  </a:moveTo>
                  <a:lnTo>
                    <a:pt x="13716000" y="0"/>
                  </a:lnTo>
                  <a:lnTo>
                    <a:pt x="13716000" y="24384000"/>
                  </a:lnTo>
                  <a:lnTo>
                    <a:pt x="0" y="24384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-88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13547865" y="9644777"/>
            <a:ext cx="3597135" cy="184671"/>
            <a:chOff x="0" y="0"/>
            <a:chExt cx="4796180" cy="246228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4796184" cy="246222"/>
            </a:xfrm>
            <a:custGeom>
              <a:avLst/>
              <a:gdLst/>
              <a:ahLst/>
              <a:cxnLst/>
              <a:rect r="r" b="b" t="t" l="l"/>
              <a:pathLst>
                <a:path h="246222" w="4796184">
                  <a:moveTo>
                    <a:pt x="0" y="0"/>
                  </a:moveTo>
                  <a:lnTo>
                    <a:pt x="4796184" y="0"/>
                  </a:lnTo>
                  <a:lnTo>
                    <a:pt x="4796184" y="246222"/>
                  </a:lnTo>
                  <a:lnTo>
                    <a:pt x="0" y="24622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29549" r="0" b="-329551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19050"/>
              <a:ext cx="4796180" cy="26527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439"/>
                </a:lnSpc>
              </a:pPr>
              <a:r>
                <a:rPr lang="en-US" sz="1200">
                  <a:solidFill>
                    <a:srgbClr val="D9D9D9"/>
                  </a:solidFill>
                  <a:latin typeface="Arimo"/>
                  <a:ea typeface="Arimo"/>
                  <a:cs typeface="Arimo"/>
                  <a:sym typeface="Arimo"/>
                </a:rPr>
                <a:t>Copyright © 2026 Accenture. All rights reserved.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7528943" y="9644777"/>
            <a:ext cx="187557" cy="184671"/>
            <a:chOff x="0" y="0"/>
            <a:chExt cx="250076" cy="246228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50070" cy="246222"/>
            </a:xfrm>
            <a:custGeom>
              <a:avLst/>
              <a:gdLst/>
              <a:ahLst/>
              <a:cxnLst/>
              <a:rect r="r" b="b" t="t" l="l"/>
              <a:pathLst>
                <a:path h="246222" w="250070">
                  <a:moveTo>
                    <a:pt x="0" y="0"/>
                  </a:moveTo>
                  <a:lnTo>
                    <a:pt x="250070" y="0"/>
                  </a:lnTo>
                  <a:lnTo>
                    <a:pt x="250070" y="246222"/>
                  </a:lnTo>
                  <a:lnTo>
                    <a:pt x="0" y="24622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6331" t="0" r="-76333" b="-2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19050"/>
              <a:ext cx="250076" cy="26527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439"/>
                </a:lnSpc>
              </a:pPr>
              <a:r>
                <a:rPr lang="en-US" sz="1200">
                  <a:solidFill>
                    <a:srgbClr val="D9D9D9"/>
                  </a:solidFill>
                  <a:latin typeface="Arimo"/>
                  <a:ea typeface="Arimo"/>
                  <a:cs typeface="Arimo"/>
                  <a:sym typeface="Arimo"/>
                </a:rPr>
                <a:t>‹#›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842401" y="9575997"/>
            <a:ext cx="274939" cy="301752"/>
            <a:chOff x="0" y="0"/>
            <a:chExt cx="366586" cy="402336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366649" cy="402336"/>
            </a:xfrm>
            <a:custGeom>
              <a:avLst/>
              <a:gdLst/>
              <a:ahLst/>
              <a:cxnLst/>
              <a:rect r="r" b="b" t="t" l="l"/>
              <a:pathLst>
                <a:path h="402336" w="366649">
                  <a:moveTo>
                    <a:pt x="0" y="402336"/>
                  </a:moveTo>
                  <a:lnTo>
                    <a:pt x="366649" y="253619"/>
                  </a:lnTo>
                  <a:lnTo>
                    <a:pt x="366649" y="148717"/>
                  </a:lnTo>
                  <a:lnTo>
                    <a:pt x="0" y="0"/>
                  </a:lnTo>
                  <a:lnTo>
                    <a:pt x="0" y="105029"/>
                  </a:lnTo>
                  <a:lnTo>
                    <a:pt x="236982" y="201168"/>
                  </a:lnTo>
                  <a:lnTo>
                    <a:pt x="0" y="297307"/>
                  </a:lnTo>
                  <a:lnTo>
                    <a:pt x="0" y="402336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787023" y="5143500"/>
            <a:ext cx="7785783" cy="1477327"/>
            <a:chOff x="0" y="0"/>
            <a:chExt cx="10381044" cy="196977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0381046" cy="1969770"/>
            </a:xfrm>
            <a:custGeom>
              <a:avLst/>
              <a:gdLst/>
              <a:ahLst/>
              <a:cxnLst/>
              <a:rect r="r" b="b" t="t" l="l"/>
              <a:pathLst>
                <a:path h="1969770" w="10381046">
                  <a:moveTo>
                    <a:pt x="0" y="0"/>
                  </a:moveTo>
                  <a:lnTo>
                    <a:pt x="10381046" y="0"/>
                  </a:lnTo>
                  <a:lnTo>
                    <a:pt x="10381046" y="1969770"/>
                  </a:lnTo>
                  <a:lnTo>
                    <a:pt x="0" y="196977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2689" r="0" b="-52689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228600"/>
              <a:ext cx="10381044" cy="17411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1519"/>
                </a:lnSpc>
              </a:pPr>
              <a:r>
                <a:rPr lang="en-US" sz="12000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Thank you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DAHSS0okNvM</dc:identifier>
  <dcterms:modified xsi:type="dcterms:W3CDTF">2011-08-01T06:04:30Z</dcterms:modified>
  <cp:revision>1</cp:revision>
  <dc:title>AIC_Talent-Brand_PPT-Template (1).pptx</dc:title>
</cp:coreProperties>
</file>